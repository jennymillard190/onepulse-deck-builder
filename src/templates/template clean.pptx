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9"/>
  </p:notesMasterIdLst>
  <p:sldIdLst>
    <p:sldId id="288" r:id="rId6"/>
    <p:sldId id="319" r:id="rId7"/>
    <p:sldId id="316" r:id="rId8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0000"/>
    <a:srgbClr val="121B21"/>
    <a:srgbClr val="E1E1E1"/>
    <a:srgbClr val="FF0000"/>
    <a:srgbClr val="640000"/>
    <a:srgbClr val="8C0000"/>
    <a:srgbClr val="C80000"/>
    <a:srgbClr val="EE1C24"/>
    <a:srgbClr val="DA3832"/>
    <a:srgbClr val="B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CBF3B-3006-5845-A5C4-D2B2B8A20D4A}" type="datetimeFigureOut">
              <a:rPr lang="en-GR" smtClean="0"/>
              <a:t>04/29/2026</a:t>
            </a:fld>
            <a:endParaRPr lang="en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AFA6D-5CED-DD4C-A3A2-A6583970804A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064722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8">
            <a:extLst>
              <a:ext uri="{FF2B5EF4-FFF2-40B4-BE49-F238E27FC236}">
                <a16:creationId xmlns:a16="http://schemas.microsoft.com/office/drawing/2014/main" id="{78DDAEC5-A4CD-4494-B9DF-B810A95E98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65281" y="4691675"/>
            <a:ext cx="3575282" cy="29481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0" i="0">
                <a:solidFill>
                  <a:schemeClr val="tx1"/>
                </a:solidFill>
                <a:latin typeface="Aptos" panose="020B0004020202020204" pitchFamily="34" charset="0"/>
                <a:ea typeface="Bally Thrill" panose="020B0504020203020203" pitchFamily="34" charset="0"/>
                <a:cs typeface="Bally Thrill" panose="020B0504020203020203" pitchFamily="34" charset="0"/>
              </a:defRPr>
            </a:lvl1pPr>
            <a:lvl2pPr>
              <a:defRPr sz="1400" b="0" i="0">
                <a:latin typeface="PF BeauSans Pro Bbook" panose="02000500000000020004" pitchFamily="2" charset="0"/>
              </a:defRPr>
            </a:lvl2pPr>
            <a:lvl3pPr>
              <a:defRPr sz="1400" b="0" i="0">
                <a:latin typeface="PF BeauSans Pro Bbook" panose="02000500000000020004" pitchFamily="2" charset="0"/>
              </a:defRPr>
            </a:lvl3pPr>
            <a:lvl4pPr>
              <a:defRPr sz="1400" b="0" i="0">
                <a:latin typeface="PF BeauSans Pro Bbook" panose="02000500000000020004" pitchFamily="2" charset="0"/>
              </a:defRPr>
            </a:lvl4pPr>
            <a:lvl5pPr>
              <a:defRPr sz="1400" b="0" i="0">
                <a:latin typeface="PF BeauSans Pro Bbook" panose="02000500000000020004" pitchFamily="2" charset="0"/>
              </a:defRPr>
            </a:lvl5pPr>
          </a:lstStyle>
          <a:p>
            <a:pPr lvl="0"/>
            <a:r>
              <a:rPr lang="en-US" err="1"/>
              <a:t>email@email.com</a:t>
            </a:r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D7346CF-70B7-4DEA-BC17-E37475BD81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1405" y="4321482"/>
            <a:ext cx="3570126" cy="294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800" b="0" i="0">
                <a:solidFill>
                  <a:schemeClr val="tx1"/>
                </a:solidFill>
                <a:latin typeface="Aptos" panose="020B0004020202020204" pitchFamily="34" charset="0"/>
                <a:ea typeface="Bally Thrill" panose="020B0504020203020203" pitchFamily="34" charset="0"/>
                <a:cs typeface="Bally Thrill" panose="020B0504020203020203" pitchFamily="34" charset="0"/>
              </a:defRPr>
            </a:lvl1pPr>
            <a:lvl2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7" name="Text Placeholder 34">
            <a:extLst>
              <a:ext uri="{FF2B5EF4-FFF2-40B4-BE49-F238E27FC236}">
                <a16:creationId xmlns:a16="http://schemas.microsoft.com/office/drawing/2014/main" id="{BF9A5D49-3785-4458-B745-98AEA8A680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00800" y="3559574"/>
            <a:ext cx="5430731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lang="en-US" sz="2800" b="0" i="0" kern="1200" spc="0" baseline="0" dirty="0">
                <a:solidFill>
                  <a:srgbClr val="EC0000"/>
                </a:solidFill>
                <a:latin typeface="Aptos" panose="020B0004020202020204" pitchFamily="34" charset="0"/>
                <a:ea typeface="Bally Thrill" panose="020B0504020203020203" pitchFamily="34" charset="0"/>
                <a:cs typeface="Bally Thrill" panose="020B0504020203020203" pitchFamily="34" charset="0"/>
              </a:defRPr>
            </a:lvl1pPr>
            <a:lvl2pPr>
              <a:defRPr sz="3000" b="0" i="0">
                <a:latin typeface="PF BeauSans Pro Light" panose="02000500000000020004" pitchFamily="2" charset="0"/>
              </a:defRPr>
            </a:lvl2pPr>
            <a:lvl3pPr>
              <a:defRPr sz="3000" b="0" i="0">
                <a:latin typeface="PF BeauSans Pro Light" panose="02000500000000020004" pitchFamily="2" charset="0"/>
              </a:defRPr>
            </a:lvl3pPr>
            <a:lvl4pPr>
              <a:defRPr sz="3000" b="0" i="0">
                <a:latin typeface="PF BeauSans Pro Light" panose="02000500000000020004" pitchFamily="2" charset="0"/>
              </a:defRPr>
            </a:lvl4pPr>
            <a:lvl5pPr>
              <a:defRPr sz="3000" b="0" i="0">
                <a:latin typeface="PF BeauSans Pro Light" panose="02000500000000020004" pitchFamily="2" charset="0"/>
              </a:defRPr>
            </a:lvl5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8FB9AAE-240C-4644-B2FD-FC90AE5A63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0800" y="2072626"/>
            <a:ext cx="5430731" cy="143629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4200" b="1" i="0" kern="1200" spc="0" baseline="0" dirty="0" smtClean="0">
                <a:solidFill>
                  <a:srgbClr val="121B21"/>
                </a:solidFill>
                <a:latin typeface="Aptos" panose="020B0004020202020204" pitchFamily="34" charset="0"/>
                <a:ea typeface="Bally Thrill" panose="020B0504020203020203" pitchFamily="34" charset="0"/>
                <a:cs typeface="Bally Thrill" panose="020B0504020203020203" pitchFamily="34" charset="0"/>
              </a:defRPr>
            </a:lvl1pPr>
            <a:lvl2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Presentation</a:t>
            </a:r>
          </a:p>
          <a:p>
            <a:pPr lvl="0"/>
            <a:r>
              <a:rPr lang="en-US"/>
              <a:t>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0F2F29-D71B-4FB2-292D-ECC655B7B8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53920" y="371063"/>
            <a:ext cx="1708502" cy="91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954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_3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8">
            <a:extLst>
              <a:ext uri="{FF2B5EF4-FFF2-40B4-BE49-F238E27FC236}">
                <a16:creationId xmlns:a16="http://schemas.microsoft.com/office/drawing/2014/main" id="{2DD6E1E4-B946-71D8-DE69-DCE838A993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65281" y="4788951"/>
            <a:ext cx="3575282" cy="29481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 b="0" i="0">
                <a:solidFill>
                  <a:schemeClr val="bg1"/>
                </a:solidFill>
                <a:latin typeface="Aptos" panose="020B0004020202020204" pitchFamily="34" charset="0"/>
                <a:ea typeface="Bally Thrill" panose="020B0504020203020203" pitchFamily="34" charset="0"/>
                <a:cs typeface="Bally Thrill" panose="020B0504020203020203" pitchFamily="34" charset="0"/>
              </a:defRPr>
            </a:lvl1pPr>
            <a:lvl2pPr>
              <a:defRPr sz="1400" b="0" i="0">
                <a:latin typeface="PF BeauSans Pro Bbook" panose="02000500000000020004" pitchFamily="2" charset="0"/>
              </a:defRPr>
            </a:lvl2pPr>
            <a:lvl3pPr>
              <a:defRPr sz="1400" b="0" i="0">
                <a:latin typeface="PF BeauSans Pro Bbook" panose="02000500000000020004" pitchFamily="2" charset="0"/>
              </a:defRPr>
            </a:lvl3pPr>
            <a:lvl4pPr>
              <a:defRPr sz="1400" b="0" i="0">
                <a:latin typeface="PF BeauSans Pro Bbook" panose="02000500000000020004" pitchFamily="2" charset="0"/>
              </a:defRPr>
            </a:lvl4pPr>
            <a:lvl5pPr>
              <a:defRPr sz="1400" b="0" i="0">
                <a:latin typeface="PF BeauSans Pro Bbook" panose="02000500000000020004" pitchFamily="2" charset="0"/>
              </a:defRPr>
            </a:lvl5pPr>
          </a:lstStyle>
          <a:p>
            <a:pPr lvl="0"/>
            <a:r>
              <a:rPr lang="en-US" err="1"/>
              <a:t>email@email.com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A45ED82-EE6D-EF7B-A10D-310EA693D7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1405" y="4418758"/>
            <a:ext cx="3570126" cy="2948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Aptos" panose="020B0004020202020204" pitchFamily="34" charset="0"/>
                <a:ea typeface="Bally Thrill" panose="020B0504020203020203" pitchFamily="34" charset="0"/>
                <a:cs typeface="Bally Thrill" panose="020B0504020203020203" pitchFamily="34" charset="0"/>
              </a:defRPr>
            </a:lvl1pPr>
            <a:lvl2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Name Surname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68F99DE1-66C7-0D04-0DFF-82C6A730F7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00800" y="2415734"/>
            <a:ext cx="5430731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lang="en-US" sz="2800" b="0" i="0" kern="1200" spc="0" baseline="0" dirty="0">
                <a:solidFill>
                  <a:schemeClr val="bg1"/>
                </a:solidFill>
                <a:latin typeface="Aptos" panose="020B0004020202020204" pitchFamily="34" charset="0"/>
                <a:ea typeface="Bally Thrill" panose="020B0504020203020203" pitchFamily="34" charset="0"/>
                <a:cs typeface="Bally Thrill" panose="020B0504020203020203" pitchFamily="34" charset="0"/>
              </a:defRPr>
            </a:lvl1pPr>
            <a:lvl2pPr>
              <a:defRPr sz="3000" b="0" i="0">
                <a:latin typeface="PF BeauSans Pro Light" panose="02000500000000020004" pitchFamily="2" charset="0"/>
              </a:defRPr>
            </a:lvl2pPr>
            <a:lvl3pPr>
              <a:defRPr sz="3000" b="0" i="0">
                <a:latin typeface="PF BeauSans Pro Light" panose="02000500000000020004" pitchFamily="2" charset="0"/>
              </a:defRPr>
            </a:lvl3pPr>
            <a:lvl4pPr>
              <a:defRPr sz="3000" b="0" i="0">
                <a:latin typeface="PF BeauSans Pro Light" panose="02000500000000020004" pitchFamily="2" charset="0"/>
              </a:defRPr>
            </a:lvl4pPr>
            <a:lvl5pPr>
              <a:defRPr sz="3000" b="0" i="0">
                <a:latin typeface="PF BeauSans Pro Light" panose="02000500000000020004" pitchFamily="2" charset="0"/>
              </a:defRPr>
            </a:lvl5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00D2AD7-A5F7-5AE1-E6B8-41ACB87F28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0800" y="1581908"/>
            <a:ext cx="5430732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4200" b="1" i="0" kern="1200" spc="0" baseline="0" dirty="0" smtClean="0">
                <a:solidFill>
                  <a:schemeClr val="bg1"/>
                </a:solidFill>
                <a:latin typeface="Aptos" panose="020B0004020202020204" pitchFamily="34" charset="0"/>
                <a:ea typeface="Bally Thrill" panose="020B0504020203020203" pitchFamily="34" charset="0"/>
                <a:cs typeface="Bally Thrill" panose="020B0504020203020203" pitchFamily="34" charset="0"/>
              </a:defRPr>
            </a:lvl1pPr>
            <a:lvl2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Presentation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755CCE-95E6-5DF3-AA29-E236E850CB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53921" y="3198241"/>
            <a:ext cx="1708499" cy="918141"/>
          </a:xfrm>
          <a:prstGeom prst="rect">
            <a:avLst/>
          </a:prstGeom>
        </p:spPr>
      </p:pic>
      <p:sp>
        <p:nvSpPr>
          <p:cNvPr id="12" name="Picture Placeholder 21">
            <a:extLst>
              <a:ext uri="{FF2B5EF4-FFF2-40B4-BE49-F238E27FC236}">
                <a16:creationId xmlns:a16="http://schemas.microsoft.com/office/drawing/2014/main" id="{76A6EB69-34AA-41E5-6D09-5DF8EC6032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6461" y="440871"/>
            <a:ext cx="5148288" cy="5976258"/>
          </a:xfrm>
          <a:prstGeom prst="round2DiagRect">
            <a:avLst/>
          </a:prstGeom>
          <a:solidFill>
            <a:srgbClr val="2E3335">
              <a:alpha val="20000"/>
            </a:srgbClr>
          </a:solidFill>
        </p:spPr>
        <p:txBody>
          <a:bodyPr/>
          <a:lstStyle>
            <a:lvl1pPr>
              <a:defRPr b="0" i="0">
                <a:latin typeface="Bally Thrill" panose="020B0504020203020203" pitchFamily="34" charset="0"/>
              </a:defRPr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204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1">
            <a:extLst>
              <a:ext uri="{FF2B5EF4-FFF2-40B4-BE49-F238E27FC236}">
                <a16:creationId xmlns:a16="http://schemas.microsoft.com/office/drawing/2014/main" id="{92239DFE-D81E-FBCB-8F35-D36F1F9F8F9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9109"/>
            <a:ext cx="12192000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2E3335">
              <a:alpha val="20000"/>
            </a:srgbClr>
          </a:solidFill>
        </p:spPr>
        <p:txBody>
          <a:bodyPr/>
          <a:lstStyle>
            <a:lvl1pPr>
              <a:defRPr b="0" i="0">
                <a:latin typeface="Bally Thrill" panose="020B0504020203020203" pitchFamily="34" charset="0"/>
              </a:defRPr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Text Placeholder 34">
            <a:extLst>
              <a:ext uri="{FF2B5EF4-FFF2-40B4-BE49-F238E27FC236}">
                <a16:creationId xmlns:a16="http://schemas.microsoft.com/office/drawing/2014/main" id="{36FA45C7-E2A6-96A1-011F-F9D63E56B5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0014" y="5660438"/>
            <a:ext cx="5430731" cy="64985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lang="en-US" sz="4000" b="0" i="0" kern="1200" spc="0" baseline="0" dirty="0">
                <a:solidFill>
                  <a:schemeClr val="bg1"/>
                </a:solidFill>
                <a:latin typeface="Aptos" panose="020B0004020202020204" pitchFamily="34" charset="0"/>
                <a:ea typeface="Bally Thrill" panose="020B0504020203020203" pitchFamily="34" charset="0"/>
                <a:cs typeface="Bally Thrill" panose="020B0504020203020203" pitchFamily="34" charset="0"/>
              </a:defRPr>
            </a:lvl1pPr>
            <a:lvl2pPr>
              <a:defRPr sz="3000" b="0" i="0">
                <a:latin typeface="PF BeauSans Pro Light" panose="02000500000000020004" pitchFamily="2" charset="0"/>
              </a:defRPr>
            </a:lvl2pPr>
            <a:lvl3pPr>
              <a:defRPr sz="3000" b="0" i="0">
                <a:latin typeface="PF BeauSans Pro Light" panose="02000500000000020004" pitchFamily="2" charset="0"/>
              </a:defRPr>
            </a:lvl3pPr>
            <a:lvl4pPr>
              <a:defRPr sz="3000" b="0" i="0">
                <a:latin typeface="PF BeauSans Pro Light" panose="02000500000000020004" pitchFamily="2" charset="0"/>
              </a:defRPr>
            </a:lvl4pPr>
            <a:lvl5pPr>
              <a:defRPr sz="3000" b="0" i="0">
                <a:latin typeface="PF BeauSans Pro Light" panose="02000500000000020004" pitchFamily="2" charset="0"/>
              </a:defRPr>
            </a:lvl5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5A8D472-DFC7-BF12-8416-105C264099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014" y="4336999"/>
            <a:ext cx="5430732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8000" b="0" i="0" kern="1200" spc="0" baseline="0" dirty="0" smtClean="0">
                <a:solidFill>
                  <a:schemeClr val="bg1"/>
                </a:solidFill>
                <a:latin typeface="Aptos" panose="020B0004020202020204" pitchFamily="34" charset="0"/>
                <a:ea typeface="Bally Thrill" panose="020B0504020203020203" pitchFamily="34" charset="0"/>
                <a:cs typeface="Bally Thrill" panose="020B0504020203020203" pitchFamily="34" charset="0"/>
              </a:defRPr>
            </a:lvl1pPr>
            <a:lvl2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3708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 Whi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black and red background&#10;&#10;AI-generated content may be incorrect.">
            <a:extLst>
              <a:ext uri="{FF2B5EF4-FFF2-40B4-BE49-F238E27FC236}">
                <a16:creationId xmlns:a16="http://schemas.microsoft.com/office/drawing/2014/main" id="{83F24BA0-857F-B7A7-09A1-51371E7E28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4921706"/>
            <a:ext cx="3867397" cy="1936294"/>
          </a:xfrm>
          <a:prstGeom prst="rect">
            <a:avLst/>
          </a:prstGeom>
        </p:spPr>
      </p:pic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A5B0E80-BFE3-41EF-9813-554539F8A6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2655" y="1349259"/>
            <a:ext cx="11341100" cy="3556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Clr>
                <a:srgbClr val="FF0000"/>
              </a:buClr>
              <a:buSzPct val="101000"/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>
              <a:buClr>
                <a:srgbClr val="FF0000"/>
              </a:buClr>
              <a:buSzPct val="101000"/>
              <a:buFont typeface="Arial" panose="020B0604020202020204" pitchFamily="34" charset="0"/>
              <a:buChar char="•"/>
              <a:defRPr sz="1600" b="0" i="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>
              <a:buClr>
                <a:srgbClr val="FF0000"/>
              </a:buClr>
              <a:buSzPct val="101000"/>
              <a:buFont typeface="Arial" panose="020B0604020202020204" pitchFamily="34" charset="0"/>
              <a:buChar char="•"/>
              <a:defRPr sz="1400" b="0" i="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>
              <a:buClr>
                <a:srgbClr val="FF0000"/>
              </a:buClr>
              <a:buSzPct val="101000"/>
              <a:buFont typeface="Arial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>
              <a:buClr>
                <a:srgbClr val="FF0000"/>
              </a:buClr>
              <a:buSzPct val="101000"/>
              <a:buFont typeface="Arial" panose="020B0604020202020204" pitchFamily="34" charset="0"/>
              <a:buChar char="•"/>
              <a:defRPr sz="1050" b="0" i="0">
                <a:solidFill>
                  <a:schemeClr val="tx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4">
            <a:extLst>
              <a:ext uri="{FF2B5EF4-FFF2-40B4-BE49-F238E27FC236}">
                <a16:creationId xmlns:a16="http://schemas.microsoft.com/office/drawing/2014/main" id="{5672CD30-69A0-47A7-A9CD-54E8DFB314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655" y="763450"/>
            <a:ext cx="10061825" cy="4079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lang="en-US" sz="2400" b="0" i="0" dirty="0">
                <a:solidFill>
                  <a:srgbClr val="FF0000"/>
                </a:solidFill>
                <a:latin typeface="Aptos" panose="020B0004020202020204" pitchFamily="34" charset="0"/>
              </a:defRPr>
            </a:lvl1pPr>
            <a:lvl2pPr>
              <a:defRPr sz="3000" b="0" i="0">
                <a:latin typeface="PF BeauSans Pro Light" panose="02000500000000020004" pitchFamily="2" charset="0"/>
              </a:defRPr>
            </a:lvl2pPr>
            <a:lvl3pPr>
              <a:defRPr sz="3000" b="0" i="0">
                <a:latin typeface="PF BeauSans Pro Light" panose="02000500000000020004" pitchFamily="2" charset="0"/>
              </a:defRPr>
            </a:lvl3pPr>
            <a:lvl4pPr>
              <a:defRPr sz="3000" b="0" i="0">
                <a:latin typeface="PF BeauSans Pro Light" panose="02000500000000020004" pitchFamily="2" charset="0"/>
              </a:defRPr>
            </a:lvl4pPr>
            <a:lvl5pPr>
              <a:defRPr sz="3000" b="0" i="0">
                <a:latin typeface="PF BeauSans Pro Light" panose="02000500000000020004" pitchFamily="2" charset="0"/>
              </a:defRPr>
            </a:lvl5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1CABD51-42A0-4E66-A5F8-F51E28850E7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655" y="279985"/>
            <a:ext cx="10061825" cy="4834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lang="en-US" sz="3200" b="1" i="0" kern="1200" spc="0" baseline="0" dirty="0" smtClean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Segoe UI Light" panose="020B0502040204020203" pitchFamily="34" charset="0"/>
              </a:defRPr>
            </a:lvl1pPr>
            <a:lvl2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Sample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DEE5F8-1333-54E4-4549-5E1EDA2939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88696" y="287197"/>
            <a:ext cx="1318690" cy="7086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55829A-00EF-239F-915D-003F0E43A9EF}"/>
              </a:ext>
            </a:extLst>
          </p:cNvPr>
          <p:cNvSpPr/>
          <p:nvPr userDrawn="1"/>
        </p:nvSpPr>
        <p:spPr>
          <a:xfrm>
            <a:off x="10555605" y="6634289"/>
            <a:ext cx="163639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D2833B-A498-BD44-B306-44BA1E1AB04C}" type="datetime4">
              <a:rPr lang="en-US" sz="800" b="0" i="0" kern="1200" smtClean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April 29, 2026</a:t>
            </a:fld>
            <a:r>
              <a:rPr lang="en-US" sz="800" b="0" i="0" kern="1200">
                <a:solidFill>
                  <a:srgbClr val="EC0000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 | </a:t>
            </a:r>
            <a:r>
              <a:rPr lang="en-US" sz="800" b="0" i="0" kern="1200">
                <a:solidFill>
                  <a:srgbClr val="121B2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Page</a:t>
            </a:r>
            <a:r>
              <a:rPr lang="el-GR" sz="800" b="0" i="0" kern="1200">
                <a:solidFill>
                  <a:srgbClr val="121B2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 </a:t>
            </a:r>
            <a:fld id="{433BEBFB-8296-4116-ACFE-2458B0133817}" type="slidenum">
              <a:rPr lang="el-GR" sz="1000" b="1" i="0" kern="1200" smtClean="0">
                <a:solidFill>
                  <a:srgbClr val="121B2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l-GR" sz="1000" b="1" i="0" kern="1200">
              <a:solidFill>
                <a:srgbClr val="121B21"/>
              </a:solidFill>
              <a:latin typeface="Aptos" panose="020B0004020202020204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2911C8-EAFE-2197-3158-28BAE4D1F966}"/>
              </a:ext>
            </a:extLst>
          </p:cNvPr>
          <p:cNvSpPr/>
          <p:nvPr userDrawn="1"/>
        </p:nvSpPr>
        <p:spPr>
          <a:xfrm>
            <a:off x="182880" y="6611779"/>
            <a:ext cx="231703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© 2026 Bally’s Intralot. All rights reserved.</a:t>
            </a:r>
            <a:endParaRPr lang="el-GR" sz="800" b="0" i="0" kern="1200">
              <a:solidFill>
                <a:schemeClr val="bg1"/>
              </a:solidFill>
              <a:latin typeface="Aptos" panose="020B0004020202020204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658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 Black_2"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25C19C-6896-115C-2C82-6DC4B8B966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88697" y="287197"/>
            <a:ext cx="1318688" cy="708658"/>
          </a:xfrm>
          <a:prstGeom prst="rect">
            <a:avLst/>
          </a:prstGeom>
        </p:spPr>
      </p:pic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674A3ACB-A0FB-C1FA-F2C5-06F067115C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2655" y="1349259"/>
            <a:ext cx="11341100" cy="3556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Clr>
                <a:srgbClr val="FF0000"/>
              </a:buClr>
              <a:buSzPct val="101000"/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buClr>
                <a:srgbClr val="FF0000"/>
              </a:buClr>
              <a:buSzPct val="101000"/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>
              <a:buClr>
                <a:srgbClr val="FF0000"/>
              </a:buClr>
              <a:buSzPct val="101000"/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>
              <a:buClr>
                <a:srgbClr val="FF0000"/>
              </a:buClr>
              <a:buSzPct val="101000"/>
              <a:buFont typeface="Arial" panose="020B0604020202020204" pitchFamily="34" charset="0"/>
              <a:buChar char="•"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>
              <a:buClr>
                <a:srgbClr val="FF0000"/>
              </a:buClr>
              <a:buSzPct val="101000"/>
              <a:buFont typeface="Arial" panose="020B0604020202020204" pitchFamily="34" charset="0"/>
              <a:buChar char="•"/>
              <a:defRPr sz="1050" b="0" i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4">
            <a:extLst>
              <a:ext uri="{FF2B5EF4-FFF2-40B4-BE49-F238E27FC236}">
                <a16:creationId xmlns:a16="http://schemas.microsoft.com/office/drawing/2014/main" id="{CEB05C06-329C-A9F1-4A00-23FC1F952F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2655" y="763450"/>
            <a:ext cx="10061825" cy="4079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lang="en-US" sz="2400" b="0" i="0" dirty="0">
                <a:solidFill>
                  <a:srgbClr val="FF0000"/>
                </a:solidFill>
                <a:latin typeface="Aptos" panose="020B0004020202020204" pitchFamily="34" charset="0"/>
              </a:defRPr>
            </a:lvl1pPr>
            <a:lvl2pPr>
              <a:defRPr sz="3000" b="0" i="0">
                <a:latin typeface="PF BeauSans Pro Light" panose="02000500000000020004" pitchFamily="2" charset="0"/>
              </a:defRPr>
            </a:lvl2pPr>
            <a:lvl3pPr>
              <a:defRPr sz="3000" b="0" i="0">
                <a:latin typeface="PF BeauSans Pro Light" panose="02000500000000020004" pitchFamily="2" charset="0"/>
              </a:defRPr>
            </a:lvl3pPr>
            <a:lvl4pPr>
              <a:defRPr sz="3000" b="0" i="0">
                <a:latin typeface="PF BeauSans Pro Light" panose="02000500000000020004" pitchFamily="2" charset="0"/>
              </a:defRPr>
            </a:lvl4pPr>
            <a:lvl5pPr>
              <a:defRPr sz="3000" b="0" i="0">
                <a:latin typeface="PF BeauSans Pro Light" panose="02000500000000020004" pitchFamily="2" charset="0"/>
              </a:defRPr>
            </a:lvl5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6C8AF6E-3124-4270-BCBD-2157A24B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655" y="279985"/>
            <a:ext cx="10061825" cy="4834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lang="en-US" sz="3200" b="1" i="0" kern="1200" spc="0" baseline="0" dirty="0" smtClean="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Segoe UI Light" panose="020B0502040204020203" pitchFamily="34" charset="0"/>
              </a:defRPr>
            </a:lvl1pPr>
            <a:lvl2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Sample Title</a:t>
            </a:r>
          </a:p>
        </p:txBody>
      </p:sp>
      <p:pic>
        <p:nvPicPr>
          <p:cNvPr id="8" name="Picture 7" descr="A black and red background&#10;&#10;AI-generated content may be incorrect.">
            <a:extLst>
              <a:ext uri="{FF2B5EF4-FFF2-40B4-BE49-F238E27FC236}">
                <a16:creationId xmlns:a16="http://schemas.microsoft.com/office/drawing/2014/main" id="{7F0DFBEC-2ADA-D870-3201-64D5CCCA9C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H="1">
            <a:off x="0" y="4921706"/>
            <a:ext cx="3867397" cy="19362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147C837-D9C6-3013-991D-3A6D4A939E23}"/>
              </a:ext>
            </a:extLst>
          </p:cNvPr>
          <p:cNvSpPr/>
          <p:nvPr userDrawn="1"/>
        </p:nvSpPr>
        <p:spPr>
          <a:xfrm>
            <a:off x="10555605" y="6634289"/>
            <a:ext cx="163639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D2833B-A498-BD44-B306-44BA1E1AB04C}" type="datetime4">
              <a:rPr lang="en-US" sz="800" b="0" i="0" kern="120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April 29, 2026</a:t>
            </a:fld>
            <a:r>
              <a:rPr lang="en-US" sz="800" b="0" i="0" kern="1200">
                <a:solidFill>
                  <a:srgbClr val="EC0000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 |</a:t>
            </a:r>
            <a:r>
              <a:rPr lang="en-US" sz="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 Page</a:t>
            </a:r>
            <a:r>
              <a:rPr lang="el-GR" sz="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 </a:t>
            </a:r>
            <a:fld id="{433BEBFB-8296-4116-ACFE-2458B0133817}" type="slidenum">
              <a:rPr lang="el-GR" sz="1000" b="1" i="0" kern="120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l-GR" sz="1000" b="1" i="0" kern="1200">
              <a:solidFill>
                <a:schemeClr val="bg1"/>
              </a:solidFill>
              <a:latin typeface="Aptos" panose="020B0004020202020204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D243ED-611E-0131-806F-24E60A4D4D37}"/>
              </a:ext>
            </a:extLst>
          </p:cNvPr>
          <p:cNvSpPr/>
          <p:nvPr userDrawn="1"/>
        </p:nvSpPr>
        <p:spPr>
          <a:xfrm>
            <a:off x="182880" y="6611779"/>
            <a:ext cx="231703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© 2026 Bally’s Intralot. All rights reserved.</a:t>
            </a:r>
            <a:endParaRPr lang="el-GR" sz="800" b="0" i="0" kern="1200">
              <a:solidFill>
                <a:schemeClr val="bg1"/>
              </a:solidFill>
              <a:latin typeface="Aptos" panose="020B0004020202020204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78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 Black_with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1">
            <a:extLst>
              <a:ext uri="{FF2B5EF4-FFF2-40B4-BE49-F238E27FC236}">
                <a16:creationId xmlns:a16="http://schemas.microsoft.com/office/drawing/2014/main" id="{C3A8513E-E395-43B0-AE5B-6F0D2BBC9C7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2401856" y="-472116"/>
            <a:ext cx="6658082" cy="7802233"/>
          </a:xfrm>
          <a:prstGeom prst="ellipse">
            <a:avLst/>
          </a:prstGeom>
          <a:solidFill>
            <a:srgbClr val="2E3335">
              <a:alpha val="20000"/>
            </a:srgbClr>
          </a:solidFill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99523F18-F9C4-4F6D-9C9C-7D646249A12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410895" y="1497978"/>
            <a:ext cx="7237590" cy="4079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buNone/>
              <a:defRPr sz="2400" b="0" i="0">
                <a:solidFill>
                  <a:srgbClr val="FF0000"/>
                </a:solidFill>
                <a:latin typeface="Aptos" panose="020B0004020202020204" pitchFamily="34" charset="0"/>
              </a:defRPr>
            </a:lvl1pPr>
            <a:lvl2pPr>
              <a:defRPr>
                <a:latin typeface="PF BeauSans Pro Bbook" panose="02000503030000020004" pitchFamily="50" charset="0"/>
              </a:defRPr>
            </a:lvl2pPr>
            <a:lvl3pPr>
              <a:defRPr>
                <a:latin typeface="PF BeauSans Pro Bbook" panose="02000503030000020004" pitchFamily="50" charset="0"/>
              </a:defRPr>
            </a:lvl3pPr>
            <a:lvl4pPr>
              <a:defRPr>
                <a:latin typeface="PF BeauSans Pro Bbook" panose="02000503030000020004" pitchFamily="50" charset="0"/>
              </a:defRPr>
            </a:lvl4pPr>
            <a:lvl5pPr>
              <a:defRPr>
                <a:latin typeface="PF BeauSans Pro Bbook" panose="02000503030000020004" pitchFamily="50" charset="0"/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Text Placeholder 34">
            <a:extLst>
              <a:ext uri="{FF2B5EF4-FFF2-40B4-BE49-F238E27FC236}">
                <a16:creationId xmlns:a16="http://schemas.microsoft.com/office/drawing/2014/main" id="{4144E0EE-87D9-484C-BC9D-70A1370361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99851" y="763450"/>
            <a:ext cx="5905129" cy="4079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lang="en-US" sz="2400" b="0" i="0" kern="1200" spc="0" baseline="0" dirty="0">
                <a:solidFill>
                  <a:srgbClr val="FF0000"/>
                </a:solidFill>
                <a:latin typeface="Aptos" panose="020B0004020202020204" pitchFamily="34" charset="0"/>
                <a:ea typeface="+mj-ea"/>
                <a:cs typeface="Segoe UI Light" panose="020B0502040204020203" pitchFamily="34" charset="0"/>
              </a:defRPr>
            </a:lvl1pPr>
            <a:lvl2pPr>
              <a:defRPr sz="3000" b="0" i="0">
                <a:latin typeface="PF BeauSans Pro Light" panose="02000500000000020004" pitchFamily="2" charset="0"/>
              </a:defRPr>
            </a:lvl2pPr>
            <a:lvl3pPr>
              <a:defRPr sz="3000" b="0" i="0">
                <a:latin typeface="PF BeauSans Pro Light" panose="02000500000000020004" pitchFamily="2" charset="0"/>
              </a:defRPr>
            </a:lvl3pPr>
            <a:lvl4pPr>
              <a:defRPr sz="3000" b="0" i="0">
                <a:latin typeface="PF BeauSans Pro Light" panose="02000500000000020004" pitchFamily="2" charset="0"/>
              </a:defRPr>
            </a:lvl4pPr>
            <a:lvl5pPr>
              <a:defRPr sz="3000" b="0" i="0">
                <a:latin typeface="PF BeauSans Pro Light" panose="02000500000000020004" pitchFamily="2" charset="0"/>
              </a:defRPr>
            </a:lvl5pPr>
          </a:lstStyle>
          <a:p>
            <a:pPr lvl="0"/>
            <a:r>
              <a:rPr lang="en-US"/>
              <a:t>Presentation Subtitle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3F4B523-5FC0-4B60-9961-5DD66C78AF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99851" y="279985"/>
            <a:ext cx="5905129" cy="4834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lang="en-US" sz="3200" b="0" i="0" kern="1200" spc="0" baseline="0" dirty="0" smtClean="0">
                <a:solidFill>
                  <a:schemeClr val="bg1"/>
                </a:solidFill>
                <a:latin typeface="Aptos" panose="020B0004020202020204" pitchFamily="34" charset="0"/>
                <a:ea typeface="+mj-ea"/>
                <a:cs typeface="Segoe UI Light" panose="020B0502040204020203" pitchFamily="34" charset="0"/>
              </a:defRPr>
            </a:lvl1pPr>
            <a:lvl2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Sample Title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C2ACB2BD-6B86-409C-8247-BA8DB7CF9EF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10895" y="2027628"/>
            <a:ext cx="7237590" cy="4374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Clr>
                <a:srgbClr val="EC0000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buClr>
                <a:srgbClr val="EC0000"/>
              </a:buClr>
              <a:buSzPct val="90000"/>
              <a:buFont typeface="Arial" panose="020B0604020202020204" pitchFamily="34" charset="0"/>
              <a:buChar char="•"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>
              <a:buClr>
                <a:srgbClr val="EC0000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>
              <a:buClr>
                <a:srgbClr val="EC0000"/>
              </a:buClr>
              <a:buFont typeface="Arial" panose="020B0604020202020204" pitchFamily="34" charset="0"/>
              <a:buChar char="•"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>
              <a:buClr>
                <a:srgbClr val="EC0000"/>
              </a:buClr>
              <a:buFont typeface="Arial" panose="020B0604020202020204" pitchFamily="34" charset="0"/>
              <a:buChar char="•"/>
              <a:defRPr sz="1200" b="0" i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0363F9-3657-4CCE-3457-B64EACBD0C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88697" y="287197"/>
            <a:ext cx="1318688" cy="7086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159534-3D44-BFA5-C38C-C56C54CBC4AF}"/>
              </a:ext>
            </a:extLst>
          </p:cNvPr>
          <p:cNvSpPr/>
          <p:nvPr userDrawn="1"/>
        </p:nvSpPr>
        <p:spPr>
          <a:xfrm>
            <a:off x="10555605" y="6634289"/>
            <a:ext cx="163639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D2833B-A498-BD44-B306-44BA1E1AB04C}" type="datetime4">
              <a:rPr lang="en-US" sz="800" b="0" i="0" kern="120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April 29, 2026</a:t>
            </a:fld>
            <a:r>
              <a:rPr lang="en-US" sz="800" b="0" i="0" kern="1200">
                <a:solidFill>
                  <a:srgbClr val="EC0000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 |</a:t>
            </a:r>
            <a:r>
              <a:rPr lang="en-US" sz="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 Page</a:t>
            </a:r>
            <a:r>
              <a:rPr lang="el-GR" sz="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 </a:t>
            </a:r>
            <a:fld id="{433BEBFB-8296-4116-ACFE-2458B0133817}" type="slidenum">
              <a:rPr lang="el-GR" sz="1000" b="1" i="0" kern="1200" smtClean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l-GR" sz="1000" b="1" i="0" kern="1200">
              <a:solidFill>
                <a:schemeClr val="bg1"/>
              </a:solidFill>
              <a:latin typeface="Aptos" panose="020B0004020202020204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001644-4476-0083-40C7-81AEAB40FCAD}"/>
              </a:ext>
            </a:extLst>
          </p:cNvPr>
          <p:cNvSpPr/>
          <p:nvPr userDrawn="1"/>
        </p:nvSpPr>
        <p:spPr>
          <a:xfrm>
            <a:off x="2917691" y="6611779"/>
            <a:ext cx="231703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© 2026 Bally’s Intralot. All rights reserved.</a:t>
            </a:r>
            <a:endParaRPr lang="el-GR" sz="800" b="0" i="0" kern="1200">
              <a:solidFill>
                <a:schemeClr val="bg1"/>
              </a:solidFill>
              <a:latin typeface="Aptos" panose="020B0004020202020204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6562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 Whit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4">
            <a:extLst>
              <a:ext uri="{FF2B5EF4-FFF2-40B4-BE49-F238E27FC236}">
                <a16:creationId xmlns:a16="http://schemas.microsoft.com/office/drawing/2014/main" id="{3ADDF1AD-6A39-4856-A920-34CBA0E62E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2655" y="763450"/>
            <a:ext cx="10061825" cy="4079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lang="en-US" sz="2400" b="0" i="0" kern="1200" spc="0" baseline="0" dirty="0">
                <a:solidFill>
                  <a:srgbClr val="FF0000"/>
                </a:solidFill>
                <a:latin typeface="Aptos" panose="020B0004020202020204" pitchFamily="34" charset="0"/>
                <a:ea typeface="+mj-ea"/>
                <a:cs typeface="Segoe UI Light" panose="020B0502040204020203" pitchFamily="34" charset="0"/>
              </a:defRPr>
            </a:lvl1pPr>
            <a:lvl2pPr>
              <a:defRPr sz="3000" b="0" i="0">
                <a:latin typeface="PF BeauSans Pro Light" panose="02000500000000020004" pitchFamily="2" charset="0"/>
              </a:defRPr>
            </a:lvl2pPr>
            <a:lvl3pPr>
              <a:defRPr sz="3000" b="0" i="0">
                <a:latin typeface="PF BeauSans Pro Light" panose="02000500000000020004" pitchFamily="2" charset="0"/>
              </a:defRPr>
            </a:lvl3pPr>
            <a:lvl4pPr>
              <a:defRPr sz="3000" b="0" i="0">
                <a:latin typeface="PF BeauSans Pro Light" panose="02000500000000020004" pitchFamily="2" charset="0"/>
              </a:defRPr>
            </a:lvl4pPr>
            <a:lvl5pPr>
              <a:defRPr sz="3000" b="0" i="0">
                <a:latin typeface="PF BeauSans Pro Light" panose="02000500000000020004" pitchFamily="2" charset="0"/>
              </a:defRPr>
            </a:lvl5pPr>
          </a:lstStyle>
          <a:p>
            <a:pPr lvl="0"/>
            <a:r>
              <a:rPr lang="en-US"/>
              <a:t>Table Template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1B5508-8632-4F46-BFD1-475D50F121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2655" y="279985"/>
            <a:ext cx="10061825" cy="4834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lang="en-US" sz="3200" b="1" i="0" kern="1200" spc="0" baseline="0" dirty="0" smtClean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Segoe UI Light" panose="020B0502040204020203" pitchFamily="34" charset="0"/>
              </a:defRPr>
            </a:lvl1pPr>
            <a:lvl2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4400" b="1" i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Chart Template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4A0A8E-63C2-9B1A-8124-10C7104DF4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588696" y="287197"/>
            <a:ext cx="1318690" cy="7086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747143-C741-00DD-4358-B1048913C96C}"/>
              </a:ext>
            </a:extLst>
          </p:cNvPr>
          <p:cNvSpPr/>
          <p:nvPr userDrawn="1"/>
        </p:nvSpPr>
        <p:spPr>
          <a:xfrm>
            <a:off x="10555605" y="6634289"/>
            <a:ext cx="1636395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D2833B-A498-BD44-B306-44BA1E1AB04C}" type="datetime4">
              <a:rPr lang="en-US" sz="800" b="0" i="0" kern="1200" smtClean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April 29, 2026</a:t>
            </a:fld>
            <a:r>
              <a:rPr lang="en-US" sz="800" b="0" i="0" kern="1200">
                <a:solidFill>
                  <a:srgbClr val="EC0000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 | </a:t>
            </a:r>
            <a:r>
              <a:rPr lang="en-US" sz="800" b="0" i="0" kern="1200">
                <a:solidFill>
                  <a:srgbClr val="121B2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Page</a:t>
            </a:r>
            <a:r>
              <a:rPr lang="el-GR" sz="800" b="0" i="0" kern="1200">
                <a:solidFill>
                  <a:srgbClr val="121B2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 </a:t>
            </a:r>
            <a:fld id="{433BEBFB-8296-4116-ACFE-2458B0133817}" type="slidenum">
              <a:rPr lang="el-GR" sz="1000" b="1" i="0" kern="1200" smtClean="0">
                <a:solidFill>
                  <a:srgbClr val="121B2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l-GR" sz="1000" b="1" i="0" kern="1200">
              <a:solidFill>
                <a:srgbClr val="121B21"/>
              </a:solidFill>
              <a:latin typeface="Aptos" panose="020B0004020202020204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309D66-9525-8D18-1669-895AB3CC9A00}"/>
              </a:ext>
            </a:extLst>
          </p:cNvPr>
          <p:cNvSpPr/>
          <p:nvPr userDrawn="1"/>
        </p:nvSpPr>
        <p:spPr>
          <a:xfrm>
            <a:off x="182880" y="6611779"/>
            <a:ext cx="231703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kern="1200">
                <a:solidFill>
                  <a:srgbClr val="121B21"/>
                </a:solidFill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© 2026 Bally’s Intralot. All rights reserved.</a:t>
            </a:r>
            <a:endParaRPr lang="el-GR" sz="800" b="0" i="0" kern="1200">
              <a:solidFill>
                <a:srgbClr val="121B21"/>
              </a:solidFill>
              <a:latin typeface="Aptos" panose="020B0004020202020204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340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D1BE9ED-3782-6D01-CE14-E33BFD9154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88697" y="287197"/>
            <a:ext cx="1318688" cy="70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513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6B6EC0-8876-082C-AA3D-52BF8C037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3B194-82F9-126E-6562-FC3071FBC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ED05A-BAF7-521A-F31E-F4E2A4F8EB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9FEBF734-4A3A-444F-BFD4-2130026BA053}" type="datetimeFigureOut">
              <a:rPr lang="en-GR" smtClean="0"/>
              <a:pPr/>
              <a:t>04/29/2026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70D5F-C2A2-3E65-9F14-6AEC51C090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AE1E0-4C51-8C4B-F24B-D84300C7C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594AE531-61EB-9848-A1D1-E9BEFB72A7A0}" type="slidenum">
              <a:rPr lang="en-GR" smtClean="0"/>
              <a:pPr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672083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0" r:id="rId2"/>
    <p:sldLayoutId id="2147483681" r:id="rId3"/>
    <p:sldLayoutId id="2147483683" r:id="rId4"/>
    <p:sldLayoutId id="2147483684" r:id="rId5"/>
    <p:sldLayoutId id="2147483685" r:id="rId6"/>
    <p:sldLayoutId id="2147483686" r:id="rId7"/>
    <p:sldLayoutId id="214748367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D5570EF-C50C-3529-4537-3D34A81EA5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9939D2-17CB-4BDD-C1CF-BA724777BA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7AF033C-EC2A-1857-EBD0-37A2B5B44B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B77671F-5B0B-CDC7-7E65-B6D69899C6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269474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6E1DC-0F25-B3F8-B2BB-9415A4919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113FA-C961-C294-D1EE-688268B77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 Edit Master text styles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95611-6CC7-0DC6-9151-ED6359308A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42956C-1F77-4BFB-037A-F712C66449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371356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4CEB1-B70A-5ED8-259E-64F66B1A6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4513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585FDD4F3663468AEB7F262873E855" ma:contentTypeVersion="12" ma:contentTypeDescription="Create a new document." ma:contentTypeScope="" ma:versionID="c1077e7711012701ac336caee24e282e">
  <xsd:schema xmlns:xsd="http://www.w3.org/2001/XMLSchema" xmlns:xs="http://www.w3.org/2001/XMLSchema" xmlns:p="http://schemas.microsoft.com/office/2006/metadata/properties" xmlns:ns2="9a021cdb-816d-4b76-a4ee-940ab85a32e9" xmlns:ns3="8912501f-21a0-47d3-8b2c-e230c743eed7" targetNamespace="http://schemas.microsoft.com/office/2006/metadata/properties" ma:root="true" ma:fieldsID="e18daa29a0d1330cf194430e45597973" ns2:_="" ns3:_="">
    <xsd:import namespace="9a021cdb-816d-4b76-a4ee-940ab85a32e9"/>
    <xsd:import namespace="8912501f-21a0-47d3-8b2c-e230c743eed7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021cdb-816d-4b76-a4ee-940ab85a32e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7" nillable="true" ma:displayName="Taxonomy Catch All Column" ma:hidden="true" ma:list="{7065b2eb-30b9-403d-b746-aa16a35c0fe2}" ma:internalName="TaxCatchAll" ma:showField="CatchAllData" ma:web="9a021cdb-816d-4b76-a4ee-940ab85a32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12501f-21a0-47d3-8b2c-e230c743ee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20168ae-0afa-4164-8d29-e448c56100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12501f-21a0-47d3-8b2c-e230c743eed7">
      <Terms xmlns="http://schemas.microsoft.com/office/infopath/2007/PartnerControls"/>
    </lcf76f155ced4ddcb4097134ff3c332f>
    <TaxCatchAll xmlns="9a021cdb-816d-4b76-a4ee-940ab85a32e9" xsi:nil="true"/>
    <_dlc_DocId xmlns="9a021cdb-816d-4b76-a4ee-940ab85a32e9">D25Z4S56DNS3-1159480450-497</_dlc_DocId>
    <_dlc_DocIdUrl xmlns="9a021cdb-816d-4b76-a4ee-940ab85a32e9">
      <Url>https://gamesys.sharepoint.com/sites/GlobalMarketingServices/_layouts/15/DocIdRedir.aspx?ID=D25Z4S56DNS3-1159480450-497</Url>
      <Description>D25Z4S56DNS3-1159480450-497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A4A28945-4CDD-45D9-912F-7DF8E4999F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BB210D-1A5D-4DE5-AB09-07BC27733E9D}">
  <ds:schemaRefs>
    <ds:schemaRef ds:uri="8912501f-21a0-47d3-8b2c-e230c743eed7"/>
    <ds:schemaRef ds:uri="9a021cdb-816d-4b76-a4ee-940ab85a32e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75BEFB1-CC15-4FC3-BE83-B9C75B9D070B}">
  <ds:schemaRefs>
    <ds:schemaRef ds:uri="8912501f-21a0-47d3-8b2c-e230c743eed7"/>
    <ds:schemaRef ds:uri="9a021cdb-816d-4b76-a4ee-940ab85a32e9"/>
    <ds:schemaRef ds:uri="http://schemas.microsoft.com/office/2006/metadata/properties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632BA7F0-BF17-4F0E-BDFD-9F6484699D69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Arial</vt:lpstr>
      <vt:lpstr>Bally Thrill</vt:lpstr>
      <vt:lpstr>PF BeauSans Pro Bbook</vt:lpstr>
      <vt:lpstr>PF BeauSans Pro Light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Panos Rigas</dc:creator>
  <cp:lastModifiedBy>Jen Millard</cp:lastModifiedBy>
  <cp:revision>2</cp:revision>
  <dcterms:created xsi:type="dcterms:W3CDTF">2026-01-14T12:35:18Z</dcterms:created>
  <dcterms:modified xsi:type="dcterms:W3CDTF">2026-04-29T11:46:07Z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ada52ec-26a1-4322-ad9c-9b64a60bea3d_Enabled">
    <vt:lpwstr>true</vt:lpwstr>
  </property>
  <property fmtid="{D5CDD505-2E9C-101B-9397-08002B2CF9AE}" pid="3" name="MSIP_Label_3ada52ec-26a1-4322-ad9c-9b64a60bea3d_SetDate">
    <vt:lpwstr>2026-01-27T09:50:22Z</vt:lpwstr>
  </property>
  <property fmtid="{D5CDD505-2E9C-101B-9397-08002B2CF9AE}" pid="4" name="MSIP_Label_3ada52ec-26a1-4322-ad9c-9b64a60bea3d_Method">
    <vt:lpwstr>Privileged</vt:lpwstr>
  </property>
  <property fmtid="{D5CDD505-2E9C-101B-9397-08002B2CF9AE}" pid="5" name="MSIP_Label_3ada52ec-26a1-4322-ad9c-9b64a60bea3d_Name">
    <vt:lpwstr>Internal</vt:lpwstr>
  </property>
  <property fmtid="{D5CDD505-2E9C-101B-9397-08002B2CF9AE}" pid="6" name="MSIP_Label_3ada52ec-26a1-4322-ad9c-9b64a60bea3d_SiteId">
    <vt:lpwstr>a0193d36-db66-482f-bcee-193d3214acce</vt:lpwstr>
  </property>
  <property fmtid="{D5CDD505-2E9C-101B-9397-08002B2CF9AE}" pid="7" name="MSIP_Label_3ada52ec-26a1-4322-ad9c-9b64a60bea3d_ActionId">
    <vt:lpwstr>8a66ddbd-0d21-454d-9006-ffd98e852bee</vt:lpwstr>
  </property>
  <property fmtid="{D5CDD505-2E9C-101B-9397-08002B2CF9AE}" pid="8" name="MSIP_Label_3ada52ec-26a1-4322-ad9c-9b64a60bea3d_ContentBits">
    <vt:lpwstr>2</vt:lpwstr>
  </property>
  <property fmtid="{D5CDD505-2E9C-101B-9397-08002B2CF9AE}" pid="9" name="MSIP_Label_3ada52ec-26a1-4322-ad9c-9b64a60bea3d_Tag">
    <vt:lpwstr>50, 0, 1, 1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 </vt:lpwstr>
  </property>
  <property fmtid="{D5CDD505-2E9C-101B-9397-08002B2CF9AE}" pid="12" name="ContentTypeId">
    <vt:lpwstr>0x01010085585FDD4F3663468AEB7F262873E855</vt:lpwstr>
  </property>
  <property fmtid="{D5CDD505-2E9C-101B-9397-08002B2CF9AE}" pid="13" name="_dlc_DocIdItemGuid">
    <vt:lpwstr>7d831be3-86ec-49b9-b2b1-ea7115b5bf4b</vt:lpwstr>
  </property>
  <property fmtid="{D5CDD505-2E9C-101B-9397-08002B2CF9AE}" pid="14" name="MediaServiceImageTags">
    <vt:lpwstr/>
  </property>
</Properties>
</file>